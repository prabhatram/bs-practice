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443" r:id="rId6"/>
    <p:sldId id="452" r:id="rId7"/>
    <p:sldId id="451" r:id="rId8"/>
    <p:sldId id="449" r:id="rId9"/>
    <p:sldId id="444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  <a:srgbClr val="1F1F1F"/>
    <a:srgbClr val="FFCC23"/>
    <a:srgbClr val="030004"/>
    <a:srgbClr val="0177D5"/>
    <a:srgbClr val="88E4E9"/>
    <a:srgbClr val="00B0F0"/>
    <a:srgbClr val="96F9F0"/>
    <a:srgbClr val="55D6F9"/>
    <a:srgbClr val="42E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72"/>
    <p:restoredTop sz="91812"/>
  </p:normalViewPr>
  <p:slideViewPr>
    <p:cSldViewPr snapToGrid="0">
      <p:cViewPr>
        <p:scale>
          <a:sx n="106" d="100"/>
          <a:sy n="106" d="100"/>
        </p:scale>
        <p:origin x="1280" y="36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9E9D1-9BF0-4590-93E9-CEBE68D7E94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01D88-D640-45B3-A274-37CE828BF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492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48F16-BF7A-4F46-8638-D8BDBA5C460F}" type="datetimeFigureOut">
              <a:rPr lang="en-FI" smtClean="0"/>
              <a:t>4/28/26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C9347-A9CA-0B41-9C3C-7ADBB4FD3F7A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11947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FA45-1AC5-E3A5-A021-6079BF9C0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958F7-351D-61AB-D78C-1816D72CA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F3539-1718-426A-4A46-11BFAA2CC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07A6B-F380-B755-EF07-2B07DF06A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3226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33C23-2FEB-F666-FB63-A896BE4D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2B54C-2394-971F-D6AF-AFCE96896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93687-EDF9-C76E-6CEA-EA7A7E165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4BA9C-22E2-5222-57E3-91F3FADBB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07725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E6447-FF88-EBE4-605C-CAACA92D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1D28E-F332-E4DE-8125-B31F59362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1ADD6-B789-E0BE-3F3B-89A047AD8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C27F8-D807-6DFF-0A98-0888FA6F8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4175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60FA-970E-0BC7-2A3B-3418B6BAD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22413-0E26-5AE4-6CA3-1297F9CCD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F9882-7D29-6DFD-78EF-DEFFAD5A7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50BEF-932B-9A1B-EA1B-88D8BECE4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4072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4725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8492" y="4376057"/>
            <a:ext cx="7733212" cy="897385"/>
          </a:xfrm>
        </p:spPr>
        <p:txBody>
          <a:bodyPr anchor="b">
            <a:normAutofit/>
          </a:bodyPr>
          <a:lstStyle>
            <a:lvl1pPr algn="ctr">
              <a:defRPr sz="45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8492" y="5372049"/>
            <a:ext cx="7733212" cy="7936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04" y="3051005"/>
            <a:ext cx="2723605" cy="72778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733" y="3910598"/>
            <a:ext cx="3614400" cy="93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23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buFont typeface="Calibri" panose="020F0502020204030204" pitchFamily="34" charset="0"/>
              <a:buChar char="-"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buFont typeface="Calibri" panose="020F0502020204030204" pitchFamily="34" charset="0"/>
              <a:buChar char="-"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buFont typeface="Calibri" panose="020F0502020204030204" pitchFamily="34" charset="0"/>
              <a:buChar char="-"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buFont typeface="Calibri" panose="020F0502020204030204" pitchFamily="34" charset="0"/>
              <a:buChar char="-"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61"/>
          <a:stretch/>
        </p:blipFill>
        <p:spPr>
          <a:xfrm>
            <a:off x="0" y="6374674"/>
            <a:ext cx="12187646" cy="4833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006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26403" cy="6858000"/>
          </a:xfrm>
          <a:prstGeom prst="rect">
            <a:avLst/>
          </a:prstGeom>
        </p:spPr>
      </p:pic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36601" y="2148840"/>
            <a:ext cx="3276600" cy="284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274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2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31"/>
          <a:stretch/>
        </p:blipFill>
        <p:spPr>
          <a:xfrm>
            <a:off x="0" y="0"/>
            <a:ext cx="1225949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006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0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97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07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992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4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62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42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69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4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Programming #4,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 err="1"/>
              <a:t>Exercise</a:t>
            </a:r>
            <a:r>
              <a:rPr lang="fi-FI" dirty="0"/>
              <a:t> #4: </a:t>
            </a:r>
            <a:r>
              <a:rPr lang="fi-FI" dirty="0" err="1"/>
              <a:t>Bootstrap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158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0B906-4829-1C02-BAE0-15497FD1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1027-57EE-D2AF-C19A-BC34561D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Profile page with Accordion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C4D984-BC95-02BE-7ADC-5403D1D1E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competition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among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groups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working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a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”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Hayao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Miyazaki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Profile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as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shown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</a:t>
            </a:r>
            <a:endParaRPr lang="fi-FI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created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i-FI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topics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covered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</a:t>
            </a:r>
            <a:endParaRPr lang="fi-FI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free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CSS to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visually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attractive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IMPORTANT: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Try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creative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responsive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AI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fi-FI" sz="2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i-FI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IT YOURSELF. I WILL CHECK.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help,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stuck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it.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winner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competition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announced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holidays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fi-FI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fi-FI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70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EEF3-9A51-8EE7-5A27-E7135A0C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0B09D8-DF7E-E181-69D2-830D4DD1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034" y="0"/>
            <a:ext cx="6295931" cy="636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7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52B7-FBFF-3957-F0D6-239FA2F42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2EC8-75DD-67E0-871E-BFFEF946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 will evaluate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751E85-5B46-5C3F-5140-5B6A1B99B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parts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shown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previous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</a:t>
            </a:r>
            <a:endParaRPr lang="fi-FI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creativity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both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above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look at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sure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followed</a:t>
            </a:r>
            <a:endParaRPr lang="fi-FI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BS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concept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submission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included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competition</a:t>
            </a:r>
            <a:endParaRPr lang="fi-FI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suspect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AI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coding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enquire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further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everyone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suspected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getting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-5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points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177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B3E45-582B-3072-CAE3-954F29C8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6566-46E3-3980-03A3-B9ADBC84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 Instructions</a:t>
            </a:r>
          </a:p>
        </p:txBody>
      </p:sp>
    </p:spTree>
    <p:extLst>
      <p:ext uri="{BB962C8B-B14F-4D97-AF65-F5344CB8AC3E}">
        <p14:creationId xmlns:p14="http://schemas.microsoft.com/office/powerpoint/2010/main" val="366104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4A9D-7DA9-C137-48E2-47E386B4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3F97-51B2-B3B4-651D-C763C922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Submission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875F62B-1E81-9951-39DF-FA19CC5B0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Symbol" pitchFamily="2" charset="2"/>
              <a:buChar char=""/>
            </a:pP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Follow</a:t>
            </a:r>
            <a:r>
              <a:rPr lang="fi-FI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fi-FI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</a:t>
            </a:r>
            <a:r>
              <a:rPr lang="fi-FI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Symbol" pitchFamily="2" charset="2"/>
              <a:buChar char=""/>
            </a:pP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Committ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push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GitHub</a:t>
            </a:r>
          </a:p>
          <a:p>
            <a:pPr marL="800100" lvl="1" indent="-342900">
              <a:buFont typeface="Symbol" pitchFamily="2" charset="2"/>
              <a:buChar char=""/>
            </a:pP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Host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 on GitHub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Pages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produce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own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github.io</a:t>
            </a:r>
            <a:r>
              <a:rPr lang="fi-FI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</a:t>
            </a:r>
            <a:endParaRPr lang="fi-FI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Font typeface="Symbol" pitchFamily="2" charset="2"/>
              <a:buChar char=""/>
            </a:pP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Moodle’s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#4: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submission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box</a:t>
            </a:r>
            <a:endParaRPr lang="fi-FI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submits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IMPORTANT: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submitting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members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names</a:t>
            </a:r>
            <a:endParaRPr lang="fi-FI" b="1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fi-FI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Deadline: </a:t>
            </a:r>
            <a:r>
              <a:rPr lang="fi-FI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Tomorrow</a:t>
            </a:r>
            <a:r>
              <a:rPr lang="fi-FI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April</a:t>
            </a:r>
            <a:r>
              <a:rPr lang="fi-FI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29, 12:00 PM (</a:t>
            </a:r>
            <a:r>
              <a:rPr lang="fi-FI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Noon</a:t>
            </a:r>
            <a:r>
              <a:rPr lang="fi-FI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fi-FI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941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That’s all for this exercise</a:t>
            </a:r>
          </a:p>
        </p:txBody>
      </p:sp>
    </p:spTree>
    <p:extLst>
      <p:ext uri="{BB962C8B-B14F-4D97-AF65-F5344CB8AC3E}">
        <p14:creationId xmlns:p14="http://schemas.microsoft.com/office/powerpoint/2010/main" val="389379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27FF688B3C1943B4ECEC99E3BB43CC" ma:contentTypeVersion="6" ma:contentTypeDescription="Create a new document." ma:contentTypeScope="" ma:versionID="8f35fd4295288fc87acb777e64988d17">
  <xsd:schema xmlns:xsd="http://www.w3.org/2001/XMLSchema" xmlns:xs="http://www.w3.org/2001/XMLSchema" xmlns:p="http://schemas.microsoft.com/office/2006/metadata/properties" xmlns:ns2="a0e3e070-c456-4c4d-9806-ba71933c9b94" targetNamespace="http://schemas.microsoft.com/office/2006/metadata/properties" ma:root="true" ma:fieldsID="009c998687d10f23a23420e8a72ccd30" ns2:_="">
    <xsd:import namespace="a0e3e070-c456-4c4d-9806-ba71933c9b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3e070-c456-4c4d-9806-ba71933c9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41F331-CFBC-4741-A8A8-27A1AC52B870}">
  <ds:schemaRefs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a0e3e070-c456-4c4d-9806-ba71933c9b94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BE236E2-653B-4DD0-93F6-EEFE4C29E1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55237F-7B08-4322-82A5-9544F45BA73F}">
  <ds:schemaRefs>
    <ds:schemaRef ds:uri="a0e3e070-c456-4c4d-9806-ba71933c9b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16727</TotalTime>
  <Words>353</Words>
  <Application>Microsoft Macintosh PowerPoint</Application>
  <PresentationFormat>Widescreen</PresentationFormat>
  <Paragraphs>34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Office Theme</vt:lpstr>
      <vt:lpstr>Programming #4, 2026</vt:lpstr>
      <vt:lpstr>Profile page with Accordion</vt:lpstr>
      <vt:lpstr>PowerPoint Presentation</vt:lpstr>
      <vt:lpstr>How I will evaluate</vt:lpstr>
      <vt:lpstr>Submission Instructions</vt:lpstr>
      <vt:lpstr>Submission </vt:lpstr>
      <vt:lpstr>That’s all for this exercise</vt:lpstr>
    </vt:vector>
  </TitlesOfParts>
  <Company>University of Oulu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Tanja Sauvola</dc:creator>
  <cp:lastModifiedBy>Prabhat Ram</cp:lastModifiedBy>
  <cp:revision>863</cp:revision>
  <cp:lastPrinted>2026-04-28T01:51:56Z</cp:lastPrinted>
  <dcterms:created xsi:type="dcterms:W3CDTF">2018-09-18T06:33:14Z</dcterms:created>
  <dcterms:modified xsi:type="dcterms:W3CDTF">2026-04-28T03:31:21Z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0x010100B027FF688B3C1943B4ECEC99E3BB43CC</vt:lpwstr>
  </property>
</Properties>
</file>