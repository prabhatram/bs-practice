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460" r:id="rId6"/>
    <p:sldId id="454" r:id="rId7"/>
    <p:sldId id="455" r:id="rId8"/>
    <p:sldId id="458" r:id="rId9"/>
    <p:sldId id="459" r:id="rId10"/>
    <p:sldId id="461" r:id="rId11"/>
    <p:sldId id="462" r:id="rId12"/>
    <p:sldId id="463" r:id="rId13"/>
    <p:sldId id="464" r:id="rId14"/>
    <p:sldId id="465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  <a:srgbClr val="1F1F1F"/>
    <a:srgbClr val="FFCC23"/>
    <a:srgbClr val="030004"/>
    <a:srgbClr val="0177D5"/>
    <a:srgbClr val="88E4E9"/>
    <a:srgbClr val="00B0F0"/>
    <a:srgbClr val="96F9F0"/>
    <a:srgbClr val="55D6F9"/>
    <a:srgbClr val="42E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37"/>
    <p:restoredTop sz="91745"/>
  </p:normalViewPr>
  <p:slideViewPr>
    <p:cSldViewPr snapToGrid="0">
      <p:cViewPr varScale="1">
        <p:scale>
          <a:sx n="114" d="100"/>
          <a:sy n="114" d="100"/>
        </p:scale>
        <p:origin x="880" y="17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9E9D1-9BF0-4590-93E9-CEBE68D7E94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01D88-D640-45B3-A274-37CE828BF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492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48F16-BF7A-4F46-8638-D8BDBA5C460F}" type="datetimeFigureOut">
              <a:rPr lang="en-FI" smtClean="0"/>
              <a:t>4/28/26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C9347-A9CA-0B41-9C3C-7ADBB4FD3F7A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1194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6EE2-2B5D-5892-B333-83E4311E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4E622-1A6A-5CAD-C76A-2E7788BF6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1416D-2B14-3338-ED45-38BAED56E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25899-54CC-CC74-FBBD-475006599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27840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EDDD-905D-9286-D1D8-B3BB9CF84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0C9F2-721F-F08E-C30C-E0FE90337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1DF4A-E46C-DBD4-ACDD-1F46F4452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21404-4D2E-0D58-A60E-3D75A345B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826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32A3-7A26-BD0E-727D-072ED546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5D51B-E6D1-77B5-F211-AC877B4CF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A3BE3-A6C9-8090-488E-452C6D3C5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61EA4-34DF-CB84-1EB0-7DDD3BB51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92933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62F3-24F1-F91D-B22A-4626E039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3B8C0-190B-FE9F-7DAC-17B3DD3D9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18631-ADAC-0F97-F17A-2441C06FF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7A6A9-5196-50E6-30B6-2FFBB809AE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55479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7552-F074-7405-DBBF-326B718D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ACCD2-1F71-868B-4B8E-782AE7DFC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1ECC4-CD80-B863-E838-031963D84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90A02-8D62-8E80-06E6-D5536BBD2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80574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E251-D2C9-0392-5512-051A4D1F8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C31DA-C2A9-7657-7F6D-8729FED37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D4FB3-A6E0-72A6-D405-ADCA44C6F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6985F-38E3-D196-43C7-0D15560B2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54925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FD66F-AE94-0A0D-BDAC-93B43B16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D7017-C02E-2448-B186-5974F6D99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AFB11-B1DE-0172-1D66-714B632ED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B5C06-F15E-7460-8A3A-1F118D25C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96193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29E0-A483-A124-9E05-E86BB2E4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6517-4FF1-413B-DFBF-865B9C23A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29ACA-F971-4B35-2637-107464518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79CC9-FA63-5C84-D3A7-1D5BE8B62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11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7014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725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8492" y="4376057"/>
            <a:ext cx="7733212" cy="897385"/>
          </a:xfrm>
        </p:spPr>
        <p:txBody>
          <a:bodyPr anchor="b">
            <a:normAutofit/>
          </a:bodyPr>
          <a:lstStyle>
            <a:lvl1pPr algn="ctr">
              <a:defRPr sz="45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8492" y="5372049"/>
            <a:ext cx="7733212" cy="7936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4" y="3051005"/>
            <a:ext cx="2723605" cy="72778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733" y="3910598"/>
            <a:ext cx="3614400" cy="93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2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buFont typeface="Calibri" panose="020F0502020204030204" pitchFamily="34" charset="0"/>
              <a:buChar char="-"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buFont typeface="Calibri" panose="020F0502020204030204" pitchFamily="34" charset="0"/>
              <a:buChar char="-"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1"/>
          <a:stretch/>
        </p:blipFill>
        <p:spPr>
          <a:xfrm>
            <a:off x="0" y="6374674"/>
            <a:ext cx="12187646" cy="4833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26403" cy="6858000"/>
          </a:xfrm>
          <a:prstGeom prst="rect">
            <a:avLst/>
          </a:prstGeom>
        </p:spPr>
      </p:pic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36601" y="2148840"/>
            <a:ext cx="3276600" cy="284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274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2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31"/>
          <a:stretch/>
        </p:blipFill>
        <p:spPr>
          <a:xfrm>
            <a:off x="0" y="0"/>
            <a:ext cx="1225949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0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97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07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99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4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62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42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69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4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Programming #4,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 err="1"/>
              <a:t>Navbar</a:t>
            </a:r>
            <a:r>
              <a:rPr lang="fi-FI" dirty="0"/>
              <a:t> and </a:t>
            </a:r>
            <a:r>
              <a:rPr lang="fi-FI" dirty="0" err="1"/>
              <a:t>Carousel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Bootstrap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158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D76B-AE31-BBFC-BEEC-95C414E0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Navbar</a:t>
            </a:r>
          </a:p>
        </p:txBody>
      </p:sp>
    </p:spTree>
    <p:extLst>
      <p:ext uri="{BB962C8B-B14F-4D97-AF65-F5344CB8AC3E}">
        <p14:creationId xmlns:p14="http://schemas.microsoft.com/office/powerpoint/2010/main" val="416398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593C7-E8BA-5C15-218A-357AED53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0B15-EDC7-36CA-EFE0-6E290E17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37"/>
            <a:ext cx="10515600" cy="1325563"/>
          </a:xfrm>
        </p:spPr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</a:rPr>
              <a:t>Navbar with Bootstrap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DBB59-1FF4-668E-0F64-01E60A330968}"/>
              </a:ext>
            </a:extLst>
          </p:cNvPr>
          <p:cNvSpPr txBox="1"/>
          <p:nvPr/>
        </p:nvSpPr>
        <p:spPr>
          <a:xfrm>
            <a:off x="271345" y="1212873"/>
            <a:ext cx="1178885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&lt;nav class="navbar navbar-expand-lg navbar-dark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-primary sticky-top"&gt;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class="container"&gt;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&lt;a class="navbar-brand"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="#"&gt;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MySite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&lt;button class="navbar-toggler” type="button” data-bs-toggle="collapse” data-bs-target="#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navbarMenu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&lt;span class="navbar-toggler-icon"&gt;&lt;/span&gt;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&lt;/button&gt;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class="collapse navbar-collapse" id="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navbarMenu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&lt;ul class="navbar-nav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-auto"&gt;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&lt;li class="nav-item"&gt;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&lt;a class="nav-link active"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="#"&gt;Home&lt;/a&gt;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&lt;/li&gt;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&lt;li class="nav-item"&gt;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&lt;a class="nav-link"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="#"&gt;About&lt;/a&gt;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&lt;/li&gt;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&lt;li class="nav-item"&gt;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&lt;a class="nav-link"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="#"&gt;Products&lt;/a&gt;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&lt;/li&gt;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&lt;li class="nav-item"&gt;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&lt;a class="nav-link"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="#"&gt;Contact&lt;/a&gt;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&lt;/li&gt;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&lt;/ul&gt;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&lt;/nav&gt;</a:t>
            </a:r>
          </a:p>
        </p:txBody>
      </p:sp>
    </p:spTree>
    <p:extLst>
      <p:ext uri="{BB962C8B-B14F-4D97-AF65-F5344CB8AC3E}">
        <p14:creationId xmlns:p14="http://schemas.microsoft.com/office/powerpoint/2010/main" val="195894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30370-8BD1-532C-134F-89A67FBD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C41E-5D34-0FDD-8AED-5A78CFBF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&lt;nav&gt;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D495D-6100-2D6C-9D9B-51A480B4EF64}"/>
              </a:ext>
            </a:extLst>
          </p:cNvPr>
          <p:cNvSpPr txBox="1"/>
          <p:nvPr/>
        </p:nvSpPr>
        <p:spPr>
          <a:xfrm>
            <a:off x="0" y="1690688"/>
            <a:ext cx="123320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&lt;nav class="navbar navbar-expand-lg navbar-dark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-primary sticky-top"&gt;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529579-ABCE-380E-8E6B-9F76DF056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957923"/>
              </p:ext>
            </p:extLst>
          </p:nvPr>
        </p:nvGraphicFramePr>
        <p:xfrm>
          <a:off x="438893" y="2724664"/>
          <a:ext cx="11578936" cy="3144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233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8171703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4936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for creating a navbar. Always the parent container.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navbar-expand-lg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Expands the navbar on a large screen, showing all the menu items. Otherwise, will display a hamburger menu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87336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navbar-dark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Makes navbar text and icons suitable for a dark background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  <a:tr h="583112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sticky-top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Makes the navbar stick to the 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82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62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C355-B873-2E95-4A10-5030A150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A0900-361E-52D8-5996-163A8DA5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&lt;container&gt; </a:t>
            </a:r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inside</a:t>
            </a: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&lt;nav&gt;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6C5A3-4725-4038-EC4E-510656B055EF}"/>
              </a:ext>
            </a:extLst>
          </p:cNvPr>
          <p:cNvSpPr txBox="1"/>
          <p:nvPr/>
        </p:nvSpPr>
        <p:spPr>
          <a:xfrm>
            <a:off x="613064" y="1468267"/>
            <a:ext cx="115789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&lt;div class="container"&gt;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&lt;a class="navbar-brand"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="#"&gt;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MySite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&lt;button class="navbar-toggler” type="button” data-bs-toggle="collapse” data-bs-target="#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navbarMenu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&lt;span class="navbar-toggler-icon"&gt;&lt;/span&gt;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&lt;/button&gt;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924C3E-161C-1BCC-91B9-4B68D29DD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7354"/>
              </p:ext>
            </p:extLst>
          </p:nvPr>
        </p:nvGraphicFramePr>
        <p:xfrm>
          <a:off x="306531" y="3199240"/>
          <a:ext cx="1157893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37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9018699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31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Useful to hold the navbar items. Otherwise, these items might stretch to the edge of the 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navbar-brand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for styling the logo that is typically part of a navbar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href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="#"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The “#” means the homepage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navbar-toggler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for styling the hamburger button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823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data-bs-toggler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Tells BS to use the “collapse”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behaviour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, just like in accordion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0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data-bs-target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Used to link to the component that must open/close when the button is clicked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15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navbar-toggler-icon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for creating the hamburger icon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552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172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8CC00-0BAE-16E4-0F99-C1486309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13ED-0DF2-C328-63C0-4B4D823D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Collapsible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45AD5-2048-055A-C619-E01EC4005BCA}"/>
              </a:ext>
            </a:extLst>
          </p:cNvPr>
          <p:cNvSpPr txBox="1"/>
          <p:nvPr/>
        </p:nvSpPr>
        <p:spPr>
          <a:xfrm>
            <a:off x="1391866" y="1468267"/>
            <a:ext cx="94082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&lt;div class="collapse navbar-collapse" id="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navbarMenu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&lt;ul class="navbar-nav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-auto"&gt;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 class="nav-item"&gt;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&lt;a class="nav-link active"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="#"&gt;Home&lt;/a&gt;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&lt;/li&gt;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E91F86-B3C7-A22E-0722-185876AA5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483630"/>
              </p:ext>
            </p:extLst>
          </p:nvPr>
        </p:nvGraphicFramePr>
        <p:xfrm>
          <a:off x="306531" y="3199240"/>
          <a:ext cx="11578936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37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9018699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31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Tells BS that this part should be collapsible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navbar-collapse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for styling collapsible navbar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navbar-nav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for styling navbar link lists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Adds some margin at the start (left) of the navigation items. Otherwise, the links may appear closer to the navbar brand area, which doesn’t look 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823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nav-item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for wrapping individual navbar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0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nav-link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to style individual navbar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15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Tells BS that the marked link’s page is active and, hence, the link should appear different from others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552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61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06DE-C945-AB23-0273-16F39DD1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9B1B-6AE4-D7B6-F9FD-418BE9F4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Carousel</a:t>
            </a:r>
          </a:p>
        </p:txBody>
      </p:sp>
    </p:spTree>
    <p:extLst>
      <p:ext uri="{BB962C8B-B14F-4D97-AF65-F5344CB8AC3E}">
        <p14:creationId xmlns:p14="http://schemas.microsoft.com/office/powerpoint/2010/main" val="3552114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56D4-981D-A0E0-6382-8230881B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5C7D-FD49-A1FC-A6E4-076A40D9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38"/>
            <a:ext cx="10515600" cy="757348"/>
          </a:xfrm>
        </p:spPr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</a:rPr>
              <a:t>Carousel with Bootstrap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9AA02-8402-22CD-19FA-C3F3121135BB}"/>
              </a:ext>
            </a:extLst>
          </p:cNvPr>
          <p:cNvSpPr txBox="1"/>
          <p:nvPr/>
        </p:nvSpPr>
        <p:spPr>
          <a:xfrm>
            <a:off x="271345" y="780586"/>
            <a:ext cx="1178885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class="container my-5"&gt;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id="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myCarousel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class="carousel slide shadow-lg overflow-hidden position-relative" data-bs-ride="carousel"&gt;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class="carousel-inner"&gt;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&lt;div class="carousel-item active"&gt;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="./assets/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arrietty.webp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class="d-block w-100" alt="First Slide"&gt;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&lt;video id="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trailerVideo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class="video-overlay position-absolute rounded shadow z-1" muted autoplay loop&gt;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&lt;source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="https://www.w3schools.com/html/mov_bbb.mp4" type="video/mp4"&gt;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Your browser does not support HTML5 video.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&lt;/video&gt;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&lt;div class="carousel-item"&gt;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="./assets/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spiritedaway.jpg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class="d-block w-100" alt="Second Slide"&gt;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&lt;video id="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trailerVideo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class="video-overlay position-absolute rounded shadow z-1" muted autoplay loop&gt;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&lt;source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="https://www.w3schools.com/html/mov_bbb.mp4" type="video/mp4"&gt;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Your browser does not support HTML5 video.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&lt;/video&gt;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…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…	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&lt;button class="carousel-control-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type="button" data-bs-target="#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myCarousel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data-bs-slide="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&lt;span class="carousel-control-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-icon" aria-hidden="true"&gt;&lt;/span&gt;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&lt;span class="visually-hidden"&gt;Previous&lt;/span&gt; &lt;/button&gt;</a:t>
            </a:r>
          </a:p>
          <a:p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&lt;button class="carousel-control-next" type="button" data-bs-target="#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myCarousel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data-bs-slide="next"&gt;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&lt;span class="carousel-control-next-icon" aria-hidden="true"&gt;&lt;/span&gt;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&lt;span class="visually-hidden"&gt;Next&lt;/span&gt;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&lt;/button&gt; &lt;/div&gt; &lt;/div&gt;</a:t>
            </a:r>
          </a:p>
        </p:txBody>
      </p:sp>
    </p:spTree>
    <p:extLst>
      <p:ext uri="{BB962C8B-B14F-4D97-AF65-F5344CB8AC3E}">
        <p14:creationId xmlns:p14="http://schemas.microsoft.com/office/powerpoint/2010/main" val="403226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32A9-A9D0-BADF-DC52-616D5798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49B9-75AB-527D-83C3-0C518E941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Container and wrapper for the slides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016E0A-6882-259F-E7E8-B0A0D97EAAAF}"/>
              </a:ext>
            </a:extLst>
          </p:cNvPr>
          <p:cNvSpPr txBox="1"/>
          <p:nvPr/>
        </p:nvSpPr>
        <p:spPr>
          <a:xfrm>
            <a:off x="345688" y="1690688"/>
            <a:ext cx="113519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class="container my-5"&gt;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id="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myCarousel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class="carousel slide shadow-lg overflow-hidden position-relative" data-bs-ride="carousel"&gt;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class="carousel-inner"&gt;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6D2860-37AC-6BA4-45EE-F99616BC0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53017"/>
              </p:ext>
            </p:extLst>
          </p:nvPr>
        </p:nvGraphicFramePr>
        <p:xfrm>
          <a:off x="438893" y="3326831"/>
          <a:ext cx="11578936" cy="2830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233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8171703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4936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31663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Helps keep the carousel centered and within the browser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21328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carousel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to style the carousel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873363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to add slide transition to the carousel. Carousel The slide can still change without this class, but the effect does not look nice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position-relative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Needed to position the video in the absolute position.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820904"/>
                  </a:ext>
                </a:extLst>
              </a:tr>
              <a:tr h="29817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carousel-inner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It’s the wrapper for all the carousel slides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82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851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943B7-1CE0-AA99-5B60-2025E8A8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748D-B8B0-DB7C-F07F-BFC505DD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Carousel item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06C91-24C5-D55E-6DC1-F73FBB89012F}"/>
              </a:ext>
            </a:extLst>
          </p:cNvPr>
          <p:cNvSpPr txBox="1"/>
          <p:nvPr/>
        </p:nvSpPr>
        <p:spPr>
          <a:xfrm>
            <a:off x="401166" y="1456087"/>
            <a:ext cx="113519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class="carousel-item active"&gt;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="./assets/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arrietty.webp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class="d-block w-100" alt="First Slide"&gt;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&lt;video id="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trailerVideo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class="video-overlay position-absolute rounded shadow z-1" muted autoplay loop&gt; &lt;source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="https://www.w3schools.com/html/mov_bbb.mp4" type="video/mp4"&gt;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Your browser does not support HTML5 video.&lt;/video&gt;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BAFBDF-70EB-C562-1BEA-945874547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6192"/>
              </p:ext>
            </p:extLst>
          </p:nvPr>
        </p:nvGraphicFramePr>
        <p:xfrm>
          <a:off x="401166" y="3097560"/>
          <a:ext cx="11578936" cy="324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414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8750522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4936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carousel-item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Every single slide and everything inside it, like the video, caption, must be wrapped in the carousel-item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to make sure that slide is the first one to be displayed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222517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d-block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Makes the image a block element, because it’s an inline element by default. Making it block allows us to give it width, height, and margins.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  <a:tr h="234412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Position-absolute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To position the video exactly where you want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823729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rounded, shadow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First class is for rounding corners of the video. The second class is for shadow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288210"/>
                  </a:ext>
                </a:extLst>
              </a:tr>
              <a:tr h="583112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This is z-index. Values can be from 0 to 3. z-n1 would put an element behind any normal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836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85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9C242-04AD-1A5C-3ECA-1B03D93B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605B-FD7E-B5DB-DB38-B55F4568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Navigation buttons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0D51E-114E-48B1-D515-0B04C4C94442}"/>
              </a:ext>
            </a:extLst>
          </p:cNvPr>
          <p:cNvSpPr txBox="1"/>
          <p:nvPr/>
        </p:nvSpPr>
        <p:spPr>
          <a:xfrm>
            <a:off x="514663" y="1567599"/>
            <a:ext cx="113519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class="carousel-control-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type="button"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data-bs-target="#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myCarousel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data-bs-slide="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&lt;span class="carousel-control-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-icon"&gt;&lt;/span&gt;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D9EC65-6EE1-F145-208C-1F5CF0B91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60958"/>
              </p:ext>
            </p:extLst>
          </p:nvPr>
        </p:nvGraphicFramePr>
        <p:xfrm>
          <a:off x="287668" y="3599364"/>
          <a:ext cx="11578936" cy="268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4717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7564219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4936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carousel-control-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</a:t>
                      </a:r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For styling the icon for previous button and positioning it to the left. carousel-control-next is used for the next button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</a:t>
                      </a:r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to attach an action to the previous button, which will show the previous slide when clicked. The next class is for the opposite.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222517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Carousel-control-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-icon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class to create the arrow for the previous button. Similarly, carousel-control-next-icon is used for the next button.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235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89379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7FF688B3C1943B4ECEC99E3BB43CC" ma:contentTypeVersion="6" ma:contentTypeDescription="Create a new document." ma:contentTypeScope="" ma:versionID="8f35fd4295288fc87acb777e64988d17">
  <xsd:schema xmlns:xsd="http://www.w3.org/2001/XMLSchema" xmlns:xs="http://www.w3.org/2001/XMLSchema" xmlns:p="http://schemas.microsoft.com/office/2006/metadata/properties" xmlns:ns2="a0e3e070-c456-4c4d-9806-ba71933c9b94" targetNamespace="http://schemas.microsoft.com/office/2006/metadata/properties" ma:root="true" ma:fieldsID="009c998687d10f23a23420e8a72ccd30" ns2:_="">
    <xsd:import namespace="a0e3e070-c456-4c4d-9806-ba71933c9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3e070-c456-4c4d-9806-ba71933c9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41F331-CFBC-4741-A8A8-27A1AC52B870}">
  <ds:schemaRefs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a0e3e070-c456-4c4d-9806-ba71933c9b94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BE236E2-653B-4DD0-93F6-EEFE4C29E1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55237F-7B08-4322-82A5-9544F45BA73F}">
  <ds:schemaRefs>
    <ds:schemaRef ds:uri="a0e3e070-c456-4c4d-9806-ba71933c9b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17877</TotalTime>
  <Words>1327</Words>
  <Application>Microsoft Macintosh PowerPoint</Application>
  <PresentationFormat>Widescreen</PresentationFormat>
  <Paragraphs>172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Courier New</vt:lpstr>
      <vt:lpstr>Office Theme</vt:lpstr>
      <vt:lpstr>Programming #4, 2026</vt:lpstr>
      <vt:lpstr>Navbar</vt:lpstr>
      <vt:lpstr>Navbar with Bootstrap</vt:lpstr>
      <vt:lpstr>&lt;nav&gt;</vt:lpstr>
      <vt:lpstr>&lt;container&gt; inside &lt;nav&gt;</vt:lpstr>
      <vt:lpstr>Collapsible area</vt:lpstr>
      <vt:lpstr>Carousel</vt:lpstr>
      <vt:lpstr>Carousel with Bootstrap</vt:lpstr>
      <vt:lpstr>Container and wrapper for the slides</vt:lpstr>
      <vt:lpstr>Carousel item</vt:lpstr>
      <vt:lpstr>Navigation buttons</vt:lpstr>
      <vt:lpstr>End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Tanja Sauvola</dc:creator>
  <cp:lastModifiedBy>Prabhat Ram</cp:lastModifiedBy>
  <cp:revision>974</cp:revision>
  <cp:lastPrinted>2026-04-28T01:51:56Z</cp:lastPrinted>
  <dcterms:created xsi:type="dcterms:W3CDTF">2018-09-18T06:33:14Z</dcterms:created>
  <dcterms:modified xsi:type="dcterms:W3CDTF">2026-04-29T02:56:58Z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0x010100B027FF688B3C1943B4ECEC99E3BB43CC</vt:lpwstr>
  </property>
</Properties>
</file>